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Insights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Enterprise-Scale GenAI Multi-Agent System for Retail Analytics</a:t>
            </a:r>
          </a:p>
          <a:p/>
          <a:p>
            <a:r>
              <a:t>LangChain | LangGraph | GPT-4 / Gemini | DuckDB |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organizations manage 100GB+ sales data</a:t>
            </a:r>
          </a:p>
          <a:p>
            <a:r>
              <a:t>Insights locked behind complex SQL</a:t>
            </a:r>
          </a:p>
          <a:p>
            <a:r>
              <a:t>Non-technical teams depend on analysts</a:t>
            </a:r>
          </a:p>
          <a:p>
            <a:r>
              <a:t>Reporting is slow and non-interactive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GenAI-powered conversational analytics</a:t>
            </a:r>
          </a:p>
          <a:p>
            <a:r>
              <a:t>Multi-agent architecture with clear roles</a:t>
            </a:r>
          </a:p>
          <a:p>
            <a:r>
              <a:t>Natural language to validated insights</a:t>
            </a:r>
          </a:p>
          <a:p>
            <a:r>
              <a:t>Designed for enterprise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High-Level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/ Analyst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09728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Streamlit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09728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LangGraph 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37744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Query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37744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65760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Validation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Response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01752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DuckDB / Warehouse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Agent: Intent detection and SQL generation</a:t>
            </a:r>
          </a:p>
          <a:p>
            <a:r>
              <a:t>Data Agent: Query execution and aggregation</a:t>
            </a:r>
          </a:p>
          <a:p>
            <a:r>
              <a:t>Validation Agent: Quality and sanity checks</a:t>
            </a:r>
          </a:p>
          <a:p>
            <a:r>
              <a:t>Response Agent: Business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Multi-Agent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201168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Query Agent</a:t>
            </a:r>
          </a:p>
          <a:p>
            <a:r>
              <a:t>NL →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01168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Agent</a:t>
            </a:r>
          </a:p>
          <a:p>
            <a:r>
              <a:t>Execute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01168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Validation Agent</a:t>
            </a:r>
          </a:p>
          <a:p>
            <a:r>
              <a:t>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01168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Response Agent</a:t>
            </a:r>
          </a:p>
          <a:p>
            <a:r>
              <a:t>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Parquet data lake (S3 / GCS)</a:t>
            </a:r>
          </a:p>
          <a:p>
            <a:r>
              <a:t>Warehouse execution (Snowflake / BigQuery)</a:t>
            </a:r>
          </a:p>
          <a:p>
            <a:r>
              <a:t>Partition pruning and caching</a:t>
            </a:r>
          </a:p>
          <a:p>
            <a:r>
              <a:t>Horizontal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Cost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Sub-second cached queries</a:t>
            </a:r>
          </a:p>
          <a:p>
            <a:r>
              <a:t>LLM routing based on complexity</a:t>
            </a:r>
          </a:p>
          <a:p>
            <a:r>
              <a:t>Query reuse and memoization</a:t>
            </a:r>
          </a:p>
          <a:p>
            <a:r>
              <a:t>Predictable cost envelope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Production-grade architecture</a:t>
            </a:r>
          </a:p>
          <a:p>
            <a:r>
              <a:t>Hallucination-resistant design</a:t>
            </a:r>
          </a:p>
          <a:p>
            <a:r>
              <a:t>Cost-aware and scalable</a:t>
            </a:r>
          </a:p>
          <a:p>
            <a:r>
              <a:t>Extensible for future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